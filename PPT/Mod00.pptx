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7" r:id="rId3"/>
    <p:sldId id="259" r:id="rId4"/>
    <p:sldId id="264" r:id="rId5"/>
    <p:sldId id="270" r:id="rId6"/>
    <p:sldId id="272" r:id="rId7"/>
    <p:sldId id="419" r:id="rId8"/>
    <p:sldId id="420" r:id="rId9"/>
    <p:sldId id="421" r:id="rId10"/>
    <p:sldId id="276" r:id="rId11"/>
    <p:sldId id="293" r:id="rId12"/>
    <p:sldId id="422" r:id="rId13"/>
    <p:sldId id="424" r:id="rId14"/>
    <p:sldId id="289" r:id="rId15"/>
    <p:sldId id="427" r:id="rId16"/>
    <p:sldId id="442" r:id="rId17"/>
    <p:sldId id="416" r:id="rId18"/>
    <p:sldId id="290" r:id="rId19"/>
    <p:sldId id="25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3F25E-AEB8-45C7-B9CC-7158A331DEA0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18C6F-3310-4DBB-96A5-51E928F68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7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6EEA2C-B15A-41FB-8CEE-35D5B1FD11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892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6EEA2C-B15A-41FB-8CEE-35D5B1FD11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273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6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6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2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0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0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0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8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0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3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81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348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47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266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25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33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534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38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00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025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488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5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1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12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3" Type="http://schemas.openxmlformats.org/officeDocument/2006/relationships/image" Target="../media/image4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3" Type="http://schemas.openxmlformats.org/officeDocument/2006/relationships/image" Target="../media/image4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13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13" Type="http://schemas.openxmlformats.org/officeDocument/2006/relationships/image" Target="../media/image3.png"/><Relationship Id="rId18" Type="http://schemas.openxmlformats.org/officeDocument/2006/relationships/image" Target="../media/image22.png"/><Relationship Id="rId3" Type="http://schemas.openxmlformats.org/officeDocument/2006/relationships/image" Target="../media/image4.png"/><Relationship Id="rId21" Type="http://schemas.openxmlformats.org/officeDocument/2006/relationships/image" Target="../media/image25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" Type="http://schemas.openxmlformats.org/officeDocument/2006/relationships/image" Target="../media/image7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5.png"/><Relationship Id="rId19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1593ED-BF40-D400-CFBA-E3973135B9B1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555A09F-2F02-20CB-CA0C-1C668FDFDEA7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6A25074A-8FD9-A00C-4969-D6A882686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F4848C-4979-9F93-6359-11511408B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7" name="Picture 6" descr="Logo, icon&#10;&#10;Description automatically generated">
              <a:extLst>
                <a:ext uri="{FF2B5EF4-FFF2-40B4-BE49-F238E27FC236}">
                  <a16:creationId xmlns:a16="http://schemas.microsoft.com/office/drawing/2014/main" id="{3990914A-5FE2-1177-63A2-203FD6C35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C9B76BFE-E156-79F0-5420-6EE9D97304BD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2" name="Text Box 1">
            <a:extLst>
              <a:ext uri="{FF2B5EF4-FFF2-40B4-BE49-F238E27FC236}">
                <a16:creationId xmlns:a16="http://schemas.microsoft.com/office/drawing/2014/main" id="{B3B29CD8-3677-F554-B7DC-462B6524265A}"/>
              </a:ext>
            </a:extLst>
          </p:cNvPr>
          <p:cNvSpPr txBox="1"/>
          <p:nvPr/>
        </p:nvSpPr>
        <p:spPr>
          <a:xfrm>
            <a:off x="445372" y="857397"/>
            <a:ext cx="11824446" cy="2611099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8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Preparing Data for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8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Analysis with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8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 Excel</a:t>
            </a:r>
          </a:p>
        </p:txBody>
      </p:sp>
      <p:pic>
        <p:nvPicPr>
          <p:cNvPr id="1026" name="Picture 2" descr="Excel for Everyone: Data Analysis Fundamentals | edX">
            <a:extLst>
              <a:ext uri="{FF2B5EF4-FFF2-40B4-BE49-F238E27FC236}">
                <a16:creationId xmlns:a16="http://schemas.microsoft.com/office/drawing/2014/main" id="{BE7ECC41-F8B3-4A13-92BD-5AD4B07F1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595" y="957666"/>
            <a:ext cx="5146292" cy="3063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92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43722" y="2726737"/>
            <a:ext cx="12192000" cy="91691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54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Introduction</a:t>
            </a:r>
            <a:endParaRPr lang="en-US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51D46-EA3E-FC8C-EDBE-EC71CDE66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077" y="214567"/>
            <a:ext cx="2913463" cy="94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10783406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Quality Manager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1133297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Certif.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00408EF-977D-1A2A-A80C-729EDE58E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68" y="1867887"/>
            <a:ext cx="7154273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0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Quality Manager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1133297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4226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0">
        <p159:morph option="byObject"/>
      </p:transition>
    </mc:Choice>
    <mc:Fallback xmlns="">
      <p:transition spd="med" advClick="0" advTm="5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358251" y="3126754"/>
            <a:ext cx="121867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333590" y="563137"/>
            <a:ext cx="1282018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141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0">
        <p159:morph option="byObject"/>
      </p:transition>
    </mc:Choice>
    <mc:Fallback xmlns="">
      <p:transition spd="med" advClick="0" advTm="5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12" grpId="0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1259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75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25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750"/>
                            </p:stCondLst>
                            <p:childTnLst>
                              <p:par>
                                <p:cTn id="6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75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2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45" grpId="0" animBg="1"/>
      <p:bldP spid="62" grpId="0" animBg="1"/>
      <p:bldP spid="63" grpId="0"/>
      <p:bldP spid="54" grpId="0" animBg="1"/>
      <p:bldP spid="5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009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451861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8AEA288-EF0B-EFB7-7F5C-40B006FC35BA}"/>
              </a:ext>
            </a:extLst>
          </p:cNvPr>
          <p:cNvGrpSpPr/>
          <p:nvPr/>
        </p:nvGrpSpPr>
        <p:grpSpPr>
          <a:xfrm rot="5400000">
            <a:off x="6594516" y="5026299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103" name="Rectangle: Top Corners Rounded 102">
              <a:extLst>
                <a:ext uri="{FF2B5EF4-FFF2-40B4-BE49-F238E27FC236}">
                  <a16:creationId xmlns:a16="http://schemas.microsoft.com/office/drawing/2014/main" id="{8B1FA7CC-9E62-7D77-09A0-732B65D3DBB1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C6BA01B-C16E-90F1-FFC7-E3E955187EA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2023</a:t>
              </a:r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3203C39-7BE2-3826-6DB5-2933E56A3FF3}"/>
              </a:ext>
            </a:extLst>
          </p:cNvPr>
          <p:cNvSpPr/>
          <p:nvPr/>
        </p:nvSpPr>
        <p:spPr>
          <a:xfrm rot="5400000" flipV="1">
            <a:off x="3468474" y="2994180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53CEB-74C7-6EA4-96B9-BB9D63A5466D}"/>
              </a:ext>
            </a:extLst>
          </p:cNvPr>
          <p:cNvSpPr txBox="1"/>
          <p:nvPr/>
        </p:nvSpPr>
        <p:spPr>
          <a:xfrm>
            <a:off x="2510612" y="5532507"/>
            <a:ext cx="3875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IBM Certified Data Analysist Professional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BA20CF0-71C3-64EA-F165-44771A8EF0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1524" y="5477428"/>
            <a:ext cx="1465910" cy="9661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98687-5795-E9FA-2237-717DB284D821}"/>
              </a:ext>
            </a:extLst>
          </p:cNvPr>
          <p:cNvGrpSpPr/>
          <p:nvPr/>
        </p:nvGrpSpPr>
        <p:grpSpPr>
          <a:xfrm rot="5400000">
            <a:off x="6608402" y="-184168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CD6A9780-E804-5276-7A16-1F34A21C0E6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19613BB-392C-A3BA-01E5-49DE0ED60F85}"/>
                </a:ext>
              </a:extLst>
            </p:cNvPr>
            <p:cNvSpPr txBox="1"/>
            <p:nvPr/>
          </p:nvSpPr>
          <p:spPr>
            <a:xfrm rot="16200000">
              <a:off x="1505353" y="2565490"/>
              <a:ext cx="1142224" cy="7962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31F3BE7-713D-37E0-B291-F4F281380BBE}"/>
              </a:ext>
            </a:extLst>
          </p:cNvPr>
          <p:cNvGrpSpPr/>
          <p:nvPr/>
        </p:nvGrpSpPr>
        <p:grpSpPr>
          <a:xfrm rot="5400000">
            <a:off x="6627032" y="3512004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9DC3EA66-0BE3-F74D-BD85-7A522DF3A90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06CFD21-8539-6D03-3613-410208445BE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86C31F-06D1-6F7C-6A7A-F414BF347DC7}"/>
              </a:ext>
            </a:extLst>
          </p:cNvPr>
          <p:cNvSpPr/>
          <p:nvPr/>
        </p:nvSpPr>
        <p:spPr>
          <a:xfrm rot="5400000" flipV="1">
            <a:off x="3500990" y="1479885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DA4D5C9-48F0-BAFF-B5FB-1F77549E46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396" y="4203610"/>
            <a:ext cx="1513477" cy="4432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8C38501-3D47-6374-8729-4A0766AE818C}"/>
              </a:ext>
            </a:extLst>
          </p:cNvPr>
          <p:cNvGrpSpPr/>
          <p:nvPr/>
        </p:nvGrpSpPr>
        <p:grpSpPr>
          <a:xfrm rot="5400000">
            <a:off x="6594516" y="1448913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1" name="Rectangle: Top Corners Rounded 90">
              <a:extLst>
                <a:ext uri="{FF2B5EF4-FFF2-40B4-BE49-F238E27FC236}">
                  <a16:creationId xmlns:a16="http://schemas.microsoft.com/office/drawing/2014/main" id="{787FC59E-0BE2-4FE3-EA38-985DF774C77D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9F4BF5-E120-BF4F-24BB-F2B9DC6A6DA2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3C2657E-1CE5-8265-8CDB-DEA5F5537D4E}"/>
              </a:ext>
            </a:extLst>
          </p:cNvPr>
          <p:cNvSpPr txBox="1"/>
          <p:nvPr/>
        </p:nvSpPr>
        <p:spPr>
          <a:xfrm>
            <a:off x="2560856" y="3963133"/>
            <a:ext cx="381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Advanced Marketing Analytics 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988E4A3-14CE-3A57-DC40-AA1746B9B8A4}"/>
              </a:ext>
            </a:extLst>
          </p:cNvPr>
          <p:cNvSpPr/>
          <p:nvPr/>
        </p:nvSpPr>
        <p:spPr>
          <a:xfrm rot="5400000" flipV="1">
            <a:off x="3468474" y="-583206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AC3AB3-CA36-FB22-D293-1F8BD7D4DD01}"/>
              </a:ext>
            </a:extLst>
          </p:cNvPr>
          <p:cNvSpPr txBox="1"/>
          <p:nvPr/>
        </p:nvSpPr>
        <p:spPr>
          <a:xfrm>
            <a:off x="2592348" y="1900042"/>
            <a:ext cx="3674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UX Research Cross-Skilling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0E1EC21-4EEB-8199-84A7-DBEF6AECD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880" y="2140519"/>
            <a:ext cx="1513477" cy="443249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F6C40C1-E7B2-0997-3E08-C9CE378DD1AA}"/>
              </a:ext>
            </a:extLst>
          </p:cNvPr>
          <p:cNvSpPr/>
          <p:nvPr/>
        </p:nvSpPr>
        <p:spPr>
          <a:xfrm rot="5400000" flipV="1">
            <a:off x="3482360" y="-2216287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2B1B-5DA0-DFC9-548B-C98BAAA3A4DC}"/>
              </a:ext>
            </a:extLst>
          </p:cNvPr>
          <p:cNvSpPr txBox="1"/>
          <p:nvPr/>
        </p:nvSpPr>
        <p:spPr>
          <a:xfrm>
            <a:off x="2715963" y="266961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Advanced Data Analysis Nanodegree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250CBF4-35AE-F06E-7AE1-CAC0F3D0C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766" y="507438"/>
            <a:ext cx="1513477" cy="4432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2072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0"/>
                            </p:stCondLst>
                            <p:childTnLst>
                              <p:par>
                                <p:cTn id="6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/>
      <p:bldP spid="99" grpId="0" animBg="1"/>
      <p:bldP spid="100" grpId="0"/>
      <p:bldP spid="93" grpId="0" animBg="1"/>
      <p:bldP spid="94" grpId="0"/>
      <p:bldP spid="84" grpId="0" animBg="1"/>
      <p:bldP spid="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451861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8AEA288-EF0B-EFB7-7F5C-40B006FC35BA}"/>
              </a:ext>
            </a:extLst>
          </p:cNvPr>
          <p:cNvGrpSpPr/>
          <p:nvPr/>
        </p:nvGrpSpPr>
        <p:grpSpPr>
          <a:xfrm rot="5400000">
            <a:off x="6594516" y="5026299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103" name="Rectangle: Top Corners Rounded 102">
              <a:extLst>
                <a:ext uri="{FF2B5EF4-FFF2-40B4-BE49-F238E27FC236}">
                  <a16:creationId xmlns:a16="http://schemas.microsoft.com/office/drawing/2014/main" id="{8B1FA7CC-9E62-7D77-09A0-732B65D3DBB1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C6BA01B-C16E-90F1-FFC7-E3E955187EA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2023</a:t>
              </a:r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3203C39-7BE2-3826-6DB5-2933E56A3FF3}"/>
              </a:ext>
            </a:extLst>
          </p:cNvPr>
          <p:cNvSpPr/>
          <p:nvPr/>
        </p:nvSpPr>
        <p:spPr>
          <a:xfrm rot="5400000" flipV="1">
            <a:off x="3468474" y="2994180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53CEB-74C7-6EA4-96B9-BB9D63A5466D}"/>
              </a:ext>
            </a:extLst>
          </p:cNvPr>
          <p:cNvSpPr txBox="1"/>
          <p:nvPr/>
        </p:nvSpPr>
        <p:spPr>
          <a:xfrm>
            <a:off x="2510612" y="5532507"/>
            <a:ext cx="3875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IBM Certified Data Analysist Professional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BA20CF0-71C3-64EA-F165-44771A8EF0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1524" y="5477428"/>
            <a:ext cx="1465910" cy="9661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98687-5795-E9FA-2237-717DB284D821}"/>
              </a:ext>
            </a:extLst>
          </p:cNvPr>
          <p:cNvGrpSpPr/>
          <p:nvPr/>
        </p:nvGrpSpPr>
        <p:grpSpPr>
          <a:xfrm rot="5400000">
            <a:off x="6608402" y="-184168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CD6A9780-E804-5276-7A16-1F34A21C0E6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19613BB-392C-A3BA-01E5-49DE0ED60F85}"/>
                </a:ext>
              </a:extLst>
            </p:cNvPr>
            <p:cNvSpPr txBox="1"/>
            <p:nvPr/>
          </p:nvSpPr>
          <p:spPr>
            <a:xfrm rot="16200000">
              <a:off x="1505353" y="2565490"/>
              <a:ext cx="1142224" cy="7962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31F3BE7-713D-37E0-B291-F4F281380BBE}"/>
              </a:ext>
            </a:extLst>
          </p:cNvPr>
          <p:cNvGrpSpPr/>
          <p:nvPr/>
        </p:nvGrpSpPr>
        <p:grpSpPr>
          <a:xfrm rot="5400000">
            <a:off x="6627032" y="3512004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9DC3EA66-0BE3-F74D-BD85-7A522DF3A90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06CFD21-8539-6D03-3613-410208445BE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86C31F-06D1-6F7C-6A7A-F414BF347DC7}"/>
              </a:ext>
            </a:extLst>
          </p:cNvPr>
          <p:cNvSpPr/>
          <p:nvPr/>
        </p:nvSpPr>
        <p:spPr>
          <a:xfrm rot="5400000" flipV="1">
            <a:off x="3500990" y="1479885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DA4D5C9-48F0-BAFF-B5FB-1F77549E46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396" y="4203610"/>
            <a:ext cx="1513477" cy="4432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8C38501-3D47-6374-8729-4A0766AE818C}"/>
              </a:ext>
            </a:extLst>
          </p:cNvPr>
          <p:cNvGrpSpPr/>
          <p:nvPr/>
        </p:nvGrpSpPr>
        <p:grpSpPr>
          <a:xfrm rot="5400000">
            <a:off x="6594516" y="1448913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1" name="Rectangle: Top Corners Rounded 90">
              <a:extLst>
                <a:ext uri="{FF2B5EF4-FFF2-40B4-BE49-F238E27FC236}">
                  <a16:creationId xmlns:a16="http://schemas.microsoft.com/office/drawing/2014/main" id="{787FC59E-0BE2-4FE3-EA38-985DF774C77D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9F4BF5-E120-BF4F-24BB-F2B9DC6A6DA2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3C2657E-1CE5-8265-8CDB-DEA5F5537D4E}"/>
              </a:ext>
            </a:extLst>
          </p:cNvPr>
          <p:cNvSpPr txBox="1"/>
          <p:nvPr/>
        </p:nvSpPr>
        <p:spPr>
          <a:xfrm>
            <a:off x="2560856" y="3963133"/>
            <a:ext cx="381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Advanced Marketing Analytics 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988E4A3-14CE-3A57-DC40-AA1746B9B8A4}"/>
              </a:ext>
            </a:extLst>
          </p:cNvPr>
          <p:cNvSpPr/>
          <p:nvPr/>
        </p:nvSpPr>
        <p:spPr>
          <a:xfrm rot="5400000" flipV="1">
            <a:off x="3468474" y="-583206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AC3AB3-CA36-FB22-D293-1F8BD7D4DD01}"/>
              </a:ext>
            </a:extLst>
          </p:cNvPr>
          <p:cNvSpPr txBox="1"/>
          <p:nvPr/>
        </p:nvSpPr>
        <p:spPr>
          <a:xfrm>
            <a:off x="2592348" y="1900042"/>
            <a:ext cx="3674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UX Research Cross-Skilling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0E1EC21-4EEB-8199-84A7-DBEF6AECD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880" y="2140519"/>
            <a:ext cx="1513477" cy="443249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F6C40C1-E7B2-0997-3E08-C9CE378DD1AA}"/>
              </a:ext>
            </a:extLst>
          </p:cNvPr>
          <p:cNvSpPr/>
          <p:nvPr/>
        </p:nvSpPr>
        <p:spPr>
          <a:xfrm rot="5400000" flipV="1">
            <a:off x="3482360" y="-2216287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2B1B-5DA0-DFC9-548B-C98BAAA3A4DC}"/>
              </a:ext>
            </a:extLst>
          </p:cNvPr>
          <p:cNvSpPr txBox="1"/>
          <p:nvPr/>
        </p:nvSpPr>
        <p:spPr>
          <a:xfrm>
            <a:off x="2715963" y="266961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Advanced Data Analysis Nanodegree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250CBF4-35AE-F06E-7AE1-CAC0F3D0C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766" y="507438"/>
            <a:ext cx="1513477" cy="4432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5056122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44EEE94-163C-0330-0141-80D1747EAC1F}"/>
              </a:ext>
            </a:extLst>
          </p:cNvPr>
          <p:cNvGrpSpPr/>
          <p:nvPr/>
        </p:nvGrpSpPr>
        <p:grpSpPr>
          <a:xfrm>
            <a:off x="-169142" y="358526"/>
            <a:ext cx="8759227" cy="6467966"/>
            <a:chOff x="-169142" y="358526"/>
            <a:chExt cx="8759227" cy="6467966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62B0569D-8698-D6EA-E0D9-309C7BCD9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165557" y="358526"/>
              <a:ext cx="8755642" cy="5073041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8D7404E0-236D-2C90-FFBB-44CC15561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-169142" y="5417960"/>
              <a:ext cx="8755642" cy="1408532"/>
            </a:xfrm>
            <a:prstGeom prst="rect">
              <a:avLst/>
            </a:prstGeom>
          </p:spPr>
        </p:pic>
        <p:sp>
          <p:nvSpPr>
            <p:cNvPr id="122" name="TextBox 3">
              <a:extLst>
                <a:ext uri="{FF2B5EF4-FFF2-40B4-BE49-F238E27FC236}">
                  <a16:creationId xmlns:a16="http://schemas.microsoft.com/office/drawing/2014/main" id="{36B50548-EA22-536C-1CD0-D0FBDA98B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402" y="6303528"/>
              <a:ext cx="34163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olidFill>
                    <a:schemeClr val="bg1"/>
                  </a:solidFill>
                  <a:latin typeface="Calibri" panose="020F0502020204030204" pitchFamily="34" charset="0"/>
                </a:rPr>
                <a:t>Said_fawzy@hotmail.com</a:t>
              </a:r>
            </a:p>
          </p:txBody>
        </p:sp>
        <p:sp>
          <p:nvSpPr>
            <p:cNvPr id="123" name="TextBox 12">
              <a:extLst>
                <a:ext uri="{FF2B5EF4-FFF2-40B4-BE49-F238E27FC236}">
                  <a16:creationId xmlns:a16="http://schemas.microsoft.com/office/drawing/2014/main" id="{1E25516C-C51B-62E4-C4D1-A3F138ED8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4880" y="5329112"/>
              <a:ext cx="339067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3600" b="1" dirty="0">
                  <a:solidFill>
                    <a:schemeClr val="bg1"/>
                  </a:solidFill>
                </a:rPr>
                <a:t>0122 744 99 87</a:t>
              </a:r>
              <a:endParaRPr lang="ar-EG" altLang="en-US" sz="3600" b="1" dirty="0">
                <a:solidFill>
                  <a:schemeClr val="bg1"/>
                </a:solidFill>
              </a:endParaRP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86E3C301-C4DB-0E32-DDC8-795DBE9E5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04552" y="5354390"/>
              <a:ext cx="698962" cy="629725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25E357FF-2015-ED86-DE47-4F483CDAC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3350" y="6100303"/>
              <a:ext cx="714089" cy="609784"/>
            </a:xfrm>
            <a:prstGeom prst="rect">
              <a:avLst/>
            </a:prstGeom>
          </p:spPr>
        </p:pic>
        <p:sp>
          <p:nvSpPr>
            <p:cNvPr id="126" name="TextBox 3">
              <a:extLst>
                <a:ext uri="{FF2B5EF4-FFF2-40B4-BE49-F238E27FC236}">
                  <a16:creationId xmlns:a16="http://schemas.microsoft.com/office/drawing/2014/main" id="{039B0F82-3793-AEAD-7A91-706B06105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3970" y="6012868"/>
              <a:ext cx="34110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olidFill>
                    <a:schemeClr val="bg1"/>
                  </a:solidFill>
                  <a:latin typeface="Calibri" panose="020F0502020204030204" pitchFamily="34" charset="0"/>
                </a:rPr>
                <a:t>Saidfawzy@arabcont.com</a:t>
              </a:r>
            </a:p>
          </p:txBody>
        </p:sp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4051F904-36B9-48D6-1BC4-4E8F8BABD7C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42240" y="390351"/>
            <a:ext cx="1991003" cy="2495898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6C4387C1-96D5-8ACF-CB34-F0B67B1F9957}"/>
              </a:ext>
            </a:extLst>
          </p:cNvPr>
          <p:cNvGrpSpPr/>
          <p:nvPr/>
        </p:nvGrpSpPr>
        <p:grpSpPr>
          <a:xfrm>
            <a:off x="2189435" y="418942"/>
            <a:ext cx="6243684" cy="2463354"/>
            <a:chOff x="3143249" y="254815"/>
            <a:chExt cx="8264025" cy="3393299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FD7C94B-4E9B-DA88-927B-C0581E9D4285}"/>
                </a:ext>
              </a:extLst>
            </p:cNvPr>
            <p:cNvSpPr/>
            <p:nvPr/>
          </p:nvSpPr>
          <p:spPr>
            <a:xfrm>
              <a:off x="6844694" y="931184"/>
              <a:ext cx="4562580" cy="27169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BD5B2087-3826-E4CB-E7FB-28502B4D7CB8}"/>
                </a:ext>
              </a:extLst>
            </p:cNvPr>
            <p:cNvGrpSpPr/>
            <p:nvPr/>
          </p:nvGrpSpPr>
          <p:grpSpPr>
            <a:xfrm>
              <a:off x="3143249" y="254815"/>
              <a:ext cx="8264025" cy="3393299"/>
              <a:chOff x="3143249" y="254815"/>
              <a:chExt cx="8264025" cy="3393299"/>
            </a:xfrm>
          </p:grpSpPr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E7322D9-2568-CC69-C513-30FDAA9C8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43249" y="891466"/>
                <a:ext cx="3980957" cy="1457846"/>
              </a:xfrm>
              <a:prstGeom prst="rect">
                <a:avLst/>
              </a:prstGeom>
            </p:spPr>
          </p:pic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F83034C1-5618-333E-A61C-6FEEE8897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43250" y="2236772"/>
                <a:ext cx="3701444" cy="1411342"/>
              </a:xfrm>
              <a:prstGeom prst="rect">
                <a:avLst/>
              </a:prstGeom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1731C3C4-EC7E-F587-E9AC-D4964B00E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58984" y="891466"/>
                <a:ext cx="3625233" cy="1612417"/>
              </a:xfrm>
              <a:prstGeom prst="rect">
                <a:avLst/>
              </a:prstGeom>
            </p:spPr>
          </p:pic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7045C91D-89EF-C674-F2C8-22BA158EE7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43250" y="254815"/>
                <a:ext cx="8264024" cy="6763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50944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C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Use AI to Create an Online Course Outline">
            <a:extLst>
              <a:ext uri="{FF2B5EF4-FFF2-40B4-BE49-F238E27FC236}">
                <a16:creationId xmlns:a16="http://schemas.microsoft.com/office/drawing/2014/main" id="{287FE8A7-ADD4-C34A-7EA8-974E85D56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80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7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A7CE0-7E92-4302-AF8E-7EA4D25F5605}"/>
              </a:ext>
            </a:extLst>
          </p:cNvPr>
          <p:cNvCxnSpPr/>
          <p:nvPr/>
        </p:nvCxnSpPr>
        <p:spPr>
          <a:xfrm>
            <a:off x="1726940" y="0"/>
            <a:ext cx="78342" cy="68978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F0B5FD16-F2A5-4DFB-876B-CE87EE50E8CE}"/>
              </a:ext>
            </a:extLst>
          </p:cNvPr>
          <p:cNvSpPr/>
          <p:nvPr/>
        </p:nvSpPr>
        <p:spPr>
          <a:xfrm rot="21225135">
            <a:off x="-33522" y="1935061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EC353C-D408-4880-B9A9-684B0E9D1AF9}"/>
              </a:ext>
            </a:extLst>
          </p:cNvPr>
          <p:cNvSpPr/>
          <p:nvPr/>
        </p:nvSpPr>
        <p:spPr>
          <a:xfrm rot="21225135">
            <a:off x="-66791" y="3219323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1E52D63-610E-4B00-87F9-A4B7EAA5FCAA}"/>
              </a:ext>
            </a:extLst>
          </p:cNvPr>
          <p:cNvSpPr/>
          <p:nvPr/>
        </p:nvSpPr>
        <p:spPr>
          <a:xfrm rot="21225135">
            <a:off x="-54987" y="450337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67C70FF-1F87-4B7E-A4A5-CFD5C13BBF12}"/>
              </a:ext>
            </a:extLst>
          </p:cNvPr>
          <p:cNvSpPr/>
          <p:nvPr/>
        </p:nvSpPr>
        <p:spPr>
          <a:xfrm rot="21225135">
            <a:off x="-133329" y="583598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BC980C4-F6B1-4455-A2D4-4943C20511BA}"/>
              </a:ext>
            </a:extLst>
          </p:cNvPr>
          <p:cNvSpPr/>
          <p:nvPr/>
        </p:nvSpPr>
        <p:spPr>
          <a:xfrm rot="21225135">
            <a:off x="-253" y="60572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D8E0B-D461-43DC-A0EF-2BEA88BC2F01}"/>
              </a:ext>
            </a:extLst>
          </p:cNvPr>
          <p:cNvSpPr/>
          <p:nvPr/>
        </p:nvSpPr>
        <p:spPr>
          <a:xfrm rot="21225135">
            <a:off x="2670624" y="609603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3D1F6-FB25-400A-A64C-21450EF316CC}"/>
              </a:ext>
            </a:extLst>
          </p:cNvPr>
          <p:cNvSpPr/>
          <p:nvPr/>
        </p:nvSpPr>
        <p:spPr>
          <a:xfrm rot="21225135">
            <a:off x="2670624" y="1916824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B82677-BA69-4BB2-AF16-3474CA025785}"/>
              </a:ext>
            </a:extLst>
          </p:cNvPr>
          <p:cNvSpPr/>
          <p:nvPr/>
        </p:nvSpPr>
        <p:spPr>
          <a:xfrm rot="21225135">
            <a:off x="2670624" y="3224045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82E934-7C40-4311-8C3F-D98416365BDF}"/>
              </a:ext>
            </a:extLst>
          </p:cNvPr>
          <p:cNvSpPr/>
          <p:nvPr/>
        </p:nvSpPr>
        <p:spPr>
          <a:xfrm rot="21225135">
            <a:off x="2670624" y="4531266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D4ACA1-E2F4-4E89-AB9C-1D8135DDF6A9}"/>
              </a:ext>
            </a:extLst>
          </p:cNvPr>
          <p:cNvSpPr/>
          <p:nvPr/>
        </p:nvSpPr>
        <p:spPr>
          <a:xfrm rot="21225135">
            <a:off x="2670624" y="5838487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2311BBF-03C3-410F-A97E-2B4E811CCE0E}"/>
              </a:ext>
            </a:extLst>
          </p:cNvPr>
          <p:cNvGrpSpPr/>
          <p:nvPr/>
        </p:nvGrpSpPr>
        <p:grpSpPr>
          <a:xfrm>
            <a:off x="2599483" y="246745"/>
            <a:ext cx="5059749" cy="870857"/>
            <a:chOff x="2599483" y="246745"/>
            <a:chExt cx="5059749" cy="87085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B307445-A0A0-4F1C-9EC1-86F9BD584373}"/>
                </a:ext>
              </a:extLst>
            </p:cNvPr>
            <p:cNvSpPr/>
            <p:nvPr/>
          </p:nvSpPr>
          <p:spPr>
            <a:xfrm>
              <a:off x="2807841" y="246745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412C68-6920-4206-BD4F-CB8DD691D355}"/>
                </a:ext>
              </a:extLst>
            </p:cNvPr>
            <p:cNvSpPr txBox="1"/>
            <p:nvPr/>
          </p:nvSpPr>
          <p:spPr>
            <a:xfrm>
              <a:off x="3141938" y="448143"/>
              <a:ext cx="45172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Introduction to Microsoft Excel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E4C2BC8-E052-44FA-8393-7D535671AA11}"/>
                </a:ext>
              </a:extLst>
            </p:cNvPr>
            <p:cNvGrpSpPr/>
            <p:nvPr/>
          </p:nvGrpSpPr>
          <p:grpSpPr>
            <a:xfrm>
              <a:off x="2599483" y="490419"/>
              <a:ext cx="379109" cy="379109"/>
              <a:chOff x="1378857" y="638777"/>
              <a:chExt cx="379109" cy="37910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E13D450-7DB5-4F28-B7D3-8E70BDF4327E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983CF2E-E048-4945-892D-6D87DD1B7563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6D3550-4944-4AD2-BF6C-94D5AC9F1DA3}"/>
              </a:ext>
            </a:extLst>
          </p:cNvPr>
          <p:cNvGrpSpPr/>
          <p:nvPr/>
        </p:nvGrpSpPr>
        <p:grpSpPr>
          <a:xfrm>
            <a:off x="2599482" y="1553966"/>
            <a:ext cx="5367567" cy="870857"/>
            <a:chOff x="2599482" y="1553966"/>
            <a:chExt cx="5367567" cy="87085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6425C06-A4B8-44A4-810A-B56A3462EB25}"/>
                </a:ext>
              </a:extLst>
            </p:cNvPr>
            <p:cNvSpPr/>
            <p:nvPr/>
          </p:nvSpPr>
          <p:spPr>
            <a:xfrm>
              <a:off x="2807841" y="1553966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05525FF-0D56-4428-B8D1-190FB4C992A7}"/>
                </a:ext>
              </a:extLst>
            </p:cNvPr>
            <p:cNvSpPr txBox="1"/>
            <p:nvPr/>
          </p:nvSpPr>
          <p:spPr>
            <a:xfrm>
              <a:off x="3048298" y="1797418"/>
              <a:ext cx="49187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Working With Blocks of Data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53C861-D222-401A-BF8F-82C32A26BF73}"/>
                </a:ext>
              </a:extLst>
            </p:cNvPr>
            <p:cNvGrpSpPr/>
            <p:nvPr/>
          </p:nvGrpSpPr>
          <p:grpSpPr>
            <a:xfrm>
              <a:off x="2599482" y="1821836"/>
              <a:ext cx="379109" cy="379109"/>
              <a:chOff x="1378857" y="638777"/>
              <a:chExt cx="379109" cy="37910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EFB9FE8-BC0B-434C-A27B-144680BC6E01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1F2C77B-8518-4A79-A66C-874FF5F621C0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E11FD8A-4470-4B96-9118-241B1182D04A}"/>
              </a:ext>
            </a:extLst>
          </p:cNvPr>
          <p:cNvGrpSpPr/>
          <p:nvPr/>
        </p:nvGrpSpPr>
        <p:grpSpPr>
          <a:xfrm>
            <a:off x="2599481" y="2861187"/>
            <a:ext cx="5277033" cy="870857"/>
            <a:chOff x="2599481" y="2861187"/>
            <a:chExt cx="5277033" cy="87085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D7EA3BD-AD0D-4D3A-A275-C5A58C2CFF19}"/>
                </a:ext>
              </a:extLst>
            </p:cNvPr>
            <p:cNvSpPr/>
            <p:nvPr/>
          </p:nvSpPr>
          <p:spPr>
            <a:xfrm>
              <a:off x="2807841" y="2861187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948ED-7B98-4A4C-AD41-DDDD912EFF94}"/>
                </a:ext>
              </a:extLst>
            </p:cNvPr>
            <p:cNvSpPr txBox="1"/>
            <p:nvPr/>
          </p:nvSpPr>
          <p:spPr>
            <a:xfrm>
              <a:off x="3071473" y="3105818"/>
              <a:ext cx="48050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Formula in Excel 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3342319-2C15-44AA-A1A6-76CC9E2B39E7}"/>
                </a:ext>
              </a:extLst>
            </p:cNvPr>
            <p:cNvGrpSpPr/>
            <p:nvPr/>
          </p:nvGrpSpPr>
          <p:grpSpPr>
            <a:xfrm>
              <a:off x="2599481" y="3108917"/>
              <a:ext cx="379109" cy="379109"/>
              <a:chOff x="1378857" y="638777"/>
              <a:chExt cx="379109" cy="37910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1F79EFC-5C20-476E-8A94-E81DD68AB1E8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8ECAA8-1678-48C3-9001-8408F8F17107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D6FE7D6-131D-4F97-ADE4-FF46EA67EBCE}"/>
              </a:ext>
            </a:extLst>
          </p:cNvPr>
          <p:cNvGrpSpPr/>
          <p:nvPr/>
        </p:nvGrpSpPr>
        <p:grpSpPr>
          <a:xfrm>
            <a:off x="2599480" y="4168408"/>
            <a:ext cx="5621066" cy="870857"/>
            <a:chOff x="2599480" y="4168408"/>
            <a:chExt cx="5621066" cy="870857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A8A22F8-5BA0-4536-83A9-89EA8A2D0D50}"/>
                </a:ext>
              </a:extLst>
            </p:cNvPr>
            <p:cNvSpPr/>
            <p:nvPr/>
          </p:nvSpPr>
          <p:spPr>
            <a:xfrm>
              <a:off x="2807841" y="4168408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FB7D102-2A0D-44A5-BC0E-48C0B7F5B9A6}"/>
                </a:ext>
              </a:extLst>
            </p:cNvPr>
            <p:cNvSpPr txBox="1"/>
            <p:nvPr/>
          </p:nvSpPr>
          <p:spPr>
            <a:xfrm>
              <a:off x="2978587" y="4420641"/>
              <a:ext cx="524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Functions in Excel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37ABA76-5B95-4A01-A569-1C31A1E991D4}"/>
                </a:ext>
              </a:extLst>
            </p:cNvPr>
            <p:cNvGrpSpPr/>
            <p:nvPr/>
          </p:nvGrpSpPr>
          <p:grpSpPr>
            <a:xfrm>
              <a:off x="2599480" y="4383070"/>
              <a:ext cx="379109" cy="379109"/>
              <a:chOff x="1378857" y="638777"/>
              <a:chExt cx="379109" cy="379109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9E2082D-6648-49B5-A97E-C54CCBBF4997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FFF361E-5487-47E6-8A7A-7D9F50ACA161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27C575E-30E0-4714-9CCC-00A134DB53DA}"/>
              </a:ext>
            </a:extLst>
          </p:cNvPr>
          <p:cNvGrpSpPr/>
          <p:nvPr/>
        </p:nvGrpSpPr>
        <p:grpSpPr>
          <a:xfrm>
            <a:off x="2599479" y="5475629"/>
            <a:ext cx="5277035" cy="870857"/>
            <a:chOff x="2599479" y="5475629"/>
            <a:chExt cx="5277035" cy="87085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85F14CB-E422-4D86-9629-466D0C6A7D83}"/>
                </a:ext>
              </a:extLst>
            </p:cNvPr>
            <p:cNvSpPr/>
            <p:nvPr/>
          </p:nvSpPr>
          <p:spPr>
            <a:xfrm>
              <a:off x="2807841" y="5475629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D73809-8FFF-439F-A799-3A02EC2D374F}"/>
                </a:ext>
              </a:extLst>
            </p:cNvPr>
            <p:cNvSpPr txBox="1"/>
            <p:nvPr/>
          </p:nvSpPr>
          <p:spPr>
            <a:xfrm>
              <a:off x="3042128" y="5753923"/>
              <a:ext cx="48343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Using Functions to Clean Text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EF86458-2D12-460E-A597-A5BAEA9A992C}"/>
                </a:ext>
              </a:extLst>
            </p:cNvPr>
            <p:cNvGrpSpPr/>
            <p:nvPr/>
          </p:nvGrpSpPr>
          <p:grpSpPr>
            <a:xfrm>
              <a:off x="2599479" y="5728999"/>
              <a:ext cx="379109" cy="379109"/>
              <a:chOff x="1378857" y="638777"/>
              <a:chExt cx="379109" cy="379109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C67770C-16BA-471B-A9A1-8D2B3B6664BE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8C4814D-9028-4969-88F3-26A5FDDB814E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5B9B7F-27EA-437F-B409-5D78B2F833B5}"/>
              </a:ext>
            </a:extLst>
          </p:cNvPr>
          <p:cNvGrpSpPr/>
          <p:nvPr/>
        </p:nvGrpSpPr>
        <p:grpSpPr>
          <a:xfrm>
            <a:off x="192158" y="490419"/>
            <a:ext cx="1737114" cy="381308"/>
            <a:chOff x="192158" y="490419"/>
            <a:chExt cx="1737114" cy="381308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0684C4E7-C09B-424A-A98F-879A7CFE4BD1}"/>
                </a:ext>
              </a:extLst>
            </p:cNvPr>
            <p:cNvSpPr/>
            <p:nvPr/>
          </p:nvSpPr>
          <p:spPr>
            <a:xfrm>
              <a:off x="192158" y="49041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BF9B19F-6340-4AC6-8EBD-181E6DC89578}"/>
                </a:ext>
              </a:extLst>
            </p:cNvPr>
            <p:cNvGrpSpPr/>
            <p:nvPr/>
          </p:nvGrpSpPr>
          <p:grpSpPr>
            <a:xfrm>
              <a:off x="1550163" y="492618"/>
              <a:ext cx="379109" cy="379109"/>
              <a:chOff x="1378857" y="638777"/>
              <a:chExt cx="379109" cy="379109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E8E70DA-BB22-4E34-96B7-7CF4EA4A2B0A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21294DE-FCB7-4B72-ABC6-7524A53D065F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CBEB8D-E76E-4D0C-B933-149C5263EF92}"/>
                </a:ext>
              </a:extLst>
            </p:cNvPr>
            <p:cNvSpPr txBox="1"/>
            <p:nvPr/>
          </p:nvSpPr>
          <p:spPr>
            <a:xfrm>
              <a:off x="192159" y="515110"/>
              <a:ext cx="1168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1 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7105626-5531-4311-AFB8-5DDDBFCA248B}"/>
              </a:ext>
            </a:extLst>
          </p:cNvPr>
          <p:cNvGrpSpPr/>
          <p:nvPr/>
        </p:nvGrpSpPr>
        <p:grpSpPr>
          <a:xfrm>
            <a:off x="158889" y="1819755"/>
            <a:ext cx="1770383" cy="383389"/>
            <a:chOff x="158889" y="1819755"/>
            <a:chExt cx="1770383" cy="383389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7CFEBE4-A221-4745-9C61-D0B999DDD6DD}"/>
                </a:ext>
              </a:extLst>
            </p:cNvPr>
            <p:cNvSpPr/>
            <p:nvPr/>
          </p:nvSpPr>
          <p:spPr>
            <a:xfrm>
              <a:off x="158889" y="1819755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60E82F-AB13-49C7-B235-74C2BB272DA6}"/>
                </a:ext>
              </a:extLst>
            </p:cNvPr>
            <p:cNvGrpSpPr/>
            <p:nvPr/>
          </p:nvGrpSpPr>
          <p:grpSpPr>
            <a:xfrm>
              <a:off x="1550163" y="1824035"/>
              <a:ext cx="379109" cy="379109"/>
              <a:chOff x="1378857" y="638777"/>
              <a:chExt cx="379109" cy="379109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675686C-8026-496A-B579-1ED67134F07C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CBD0BAC-ED99-4AD9-9A23-9962A591C242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6CCB148-35F2-46B0-B2CC-A35164499FF0}"/>
                </a:ext>
              </a:extLst>
            </p:cNvPr>
            <p:cNvSpPr txBox="1"/>
            <p:nvPr/>
          </p:nvSpPr>
          <p:spPr>
            <a:xfrm>
              <a:off x="271605" y="1843118"/>
              <a:ext cx="1039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2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AD12723-11C2-472D-A872-AEB932E9FFF5}"/>
              </a:ext>
            </a:extLst>
          </p:cNvPr>
          <p:cNvGrpSpPr/>
          <p:nvPr/>
        </p:nvGrpSpPr>
        <p:grpSpPr>
          <a:xfrm>
            <a:off x="125620" y="3104017"/>
            <a:ext cx="1803652" cy="386208"/>
            <a:chOff x="125620" y="3104017"/>
            <a:chExt cx="1803652" cy="386208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5F6C4292-74CB-4190-A796-66A3086CB1E7}"/>
                </a:ext>
              </a:extLst>
            </p:cNvPr>
            <p:cNvSpPr/>
            <p:nvPr/>
          </p:nvSpPr>
          <p:spPr>
            <a:xfrm>
              <a:off x="125620" y="3104017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C11CEF0-1A0D-4C9D-8684-54D7973817AB}"/>
                </a:ext>
              </a:extLst>
            </p:cNvPr>
            <p:cNvGrpSpPr/>
            <p:nvPr/>
          </p:nvGrpSpPr>
          <p:grpSpPr>
            <a:xfrm>
              <a:off x="1550163" y="3111116"/>
              <a:ext cx="379109" cy="379109"/>
              <a:chOff x="1378857" y="638777"/>
              <a:chExt cx="379109" cy="379109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287E425-29CB-4E16-B671-8DBDCCFBC865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08028F9-602E-4665-890F-924DFFDB3CA4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65F9F3-22A8-4008-96CC-9499E987B149}"/>
                </a:ext>
              </a:extLst>
            </p:cNvPr>
            <p:cNvSpPr txBox="1"/>
            <p:nvPr/>
          </p:nvSpPr>
          <p:spPr>
            <a:xfrm>
              <a:off x="271605" y="3140753"/>
              <a:ext cx="9635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3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4EBF713-7D61-495F-8491-2381C879EE19}"/>
              </a:ext>
            </a:extLst>
          </p:cNvPr>
          <p:cNvGrpSpPr/>
          <p:nvPr/>
        </p:nvGrpSpPr>
        <p:grpSpPr>
          <a:xfrm>
            <a:off x="137424" y="4385269"/>
            <a:ext cx="1791848" cy="381909"/>
            <a:chOff x="137424" y="4385269"/>
            <a:chExt cx="1791848" cy="381909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EE3FE10-0C55-4131-AD32-BF282A61F429}"/>
                </a:ext>
              </a:extLst>
            </p:cNvPr>
            <p:cNvSpPr/>
            <p:nvPr/>
          </p:nvSpPr>
          <p:spPr>
            <a:xfrm>
              <a:off x="137424" y="438806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1738591-177F-44D0-A6FF-03D8BF9E434D}"/>
                </a:ext>
              </a:extLst>
            </p:cNvPr>
            <p:cNvGrpSpPr/>
            <p:nvPr/>
          </p:nvGrpSpPr>
          <p:grpSpPr>
            <a:xfrm>
              <a:off x="1550163" y="4385269"/>
              <a:ext cx="379109" cy="379109"/>
              <a:chOff x="1378857" y="638777"/>
              <a:chExt cx="379109" cy="379109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45427CB-DE97-4D91-9741-94F73D3A3F5F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8FB25FF-19F6-47B1-80A8-4D15D5820E7D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CD9880F-050E-49FD-9DF6-E946C0A1B589}"/>
                </a:ext>
              </a:extLst>
            </p:cNvPr>
            <p:cNvSpPr txBox="1"/>
            <p:nvPr/>
          </p:nvSpPr>
          <p:spPr>
            <a:xfrm>
              <a:off x="271605" y="4413987"/>
              <a:ext cx="1039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4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19049C6-940A-4735-8859-C4EA72B07D3B}"/>
              </a:ext>
            </a:extLst>
          </p:cNvPr>
          <p:cNvGrpSpPr/>
          <p:nvPr/>
        </p:nvGrpSpPr>
        <p:grpSpPr>
          <a:xfrm>
            <a:off x="59082" y="5720679"/>
            <a:ext cx="1870190" cy="389628"/>
            <a:chOff x="59082" y="5720679"/>
            <a:chExt cx="1870190" cy="389628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6F1AA6E-E1F4-4CF6-8C26-DB749CC84BC3}"/>
                </a:ext>
              </a:extLst>
            </p:cNvPr>
            <p:cNvSpPr/>
            <p:nvPr/>
          </p:nvSpPr>
          <p:spPr>
            <a:xfrm>
              <a:off x="59082" y="572067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2F2466E-9BE4-419A-8E0D-3E1A1EA462D7}"/>
                </a:ext>
              </a:extLst>
            </p:cNvPr>
            <p:cNvGrpSpPr/>
            <p:nvPr/>
          </p:nvGrpSpPr>
          <p:grpSpPr>
            <a:xfrm>
              <a:off x="1550163" y="5731198"/>
              <a:ext cx="379109" cy="379109"/>
              <a:chOff x="1378857" y="638777"/>
              <a:chExt cx="379109" cy="379109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33AC9D-8D94-40A5-A359-74EFF17EA70F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8C6EC6A-2920-4CC7-B1C1-F91F15F62BE5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1EF1B31-6A17-49D9-B128-CC9A58A5C2DB}"/>
                </a:ext>
              </a:extLst>
            </p:cNvPr>
            <p:cNvSpPr txBox="1"/>
            <p:nvPr/>
          </p:nvSpPr>
          <p:spPr>
            <a:xfrm>
              <a:off x="271605" y="5730763"/>
              <a:ext cx="108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5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7D5DB76-66CE-498C-B1B2-BBB1938F00BA}"/>
              </a:ext>
            </a:extLst>
          </p:cNvPr>
          <p:cNvCxnSpPr>
            <a:stCxn id="29" idx="6"/>
            <a:endCxn id="33" idx="2"/>
          </p:cNvCxnSpPr>
          <p:nvPr/>
        </p:nvCxnSpPr>
        <p:spPr>
          <a:xfrm flipV="1">
            <a:off x="1929272" y="679974"/>
            <a:ext cx="670211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0BFFDE0-8E11-4E7E-87C4-1814BCB61B42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V="1">
            <a:off x="1929272" y="2011391"/>
            <a:ext cx="670210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8974AE-1266-452E-82BE-20A46982873D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 flipV="1">
            <a:off x="1929272" y="3298472"/>
            <a:ext cx="670209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7E0B436-17A6-432F-BE54-8CDC55B498AF}"/>
              </a:ext>
            </a:extLst>
          </p:cNvPr>
          <p:cNvCxnSpPr>
            <a:cxnSpLocks/>
          </p:cNvCxnSpPr>
          <p:nvPr/>
        </p:nvCxnSpPr>
        <p:spPr>
          <a:xfrm flipV="1">
            <a:off x="1929272" y="4585553"/>
            <a:ext cx="670209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A5DF1F8-03A9-4EB3-8D39-4BD31F887EC1}"/>
              </a:ext>
            </a:extLst>
          </p:cNvPr>
          <p:cNvCxnSpPr>
            <a:cxnSpLocks/>
            <a:stCxn id="54" idx="6"/>
            <a:endCxn id="57" idx="2"/>
          </p:cNvCxnSpPr>
          <p:nvPr/>
        </p:nvCxnSpPr>
        <p:spPr>
          <a:xfrm flipV="1">
            <a:off x="1929272" y="5918554"/>
            <a:ext cx="670207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4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6" grpId="0" animBg="1"/>
      <p:bldP spid="68" grpId="0" animBg="1"/>
      <p:bldP spid="70" grpId="0" animBg="1"/>
      <p:bldP spid="63" grpId="0" animBg="1"/>
      <p:bldP spid="5" grpId="0" animBg="1"/>
      <p:bldP spid="9" grpId="0" animBg="1"/>
      <p:bldP spid="14" grpId="0" animBg="1"/>
      <p:bldP spid="19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7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A7CE0-7E92-4302-AF8E-7EA4D25F5605}"/>
              </a:ext>
            </a:extLst>
          </p:cNvPr>
          <p:cNvCxnSpPr/>
          <p:nvPr/>
        </p:nvCxnSpPr>
        <p:spPr>
          <a:xfrm>
            <a:off x="1726940" y="0"/>
            <a:ext cx="78342" cy="68978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F0B5FD16-F2A5-4DFB-876B-CE87EE50E8CE}"/>
              </a:ext>
            </a:extLst>
          </p:cNvPr>
          <p:cNvSpPr/>
          <p:nvPr/>
        </p:nvSpPr>
        <p:spPr>
          <a:xfrm rot="21225135">
            <a:off x="-33522" y="1935061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EC353C-D408-4880-B9A9-684B0E9D1AF9}"/>
              </a:ext>
            </a:extLst>
          </p:cNvPr>
          <p:cNvSpPr/>
          <p:nvPr/>
        </p:nvSpPr>
        <p:spPr>
          <a:xfrm rot="21225135">
            <a:off x="-66791" y="3219323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BC980C4-F6B1-4455-A2D4-4943C20511BA}"/>
              </a:ext>
            </a:extLst>
          </p:cNvPr>
          <p:cNvSpPr/>
          <p:nvPr/>
        </p:nvSpPr>
        <p:spPr>
          <a:xfrm rot="21225135">
            <a:off x="-253" y="60572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D8E0B-D461-43DC-A0EF-2BEA88BC2F01}"/>
              </a:ext>
            </a:extLst>
          </p:cNvPr>
          <p:cNvSpPr/>
          <p:nvPr/>
        </p:nvSpPr>
        <p:spPr>
          <a:xfrm rot="21225135">
            <a:off x="2670624" y="609603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3D1F6-FB25-400A-A64C-21450EF316CC}"/>
              </a:ext>
            </a:extLst>
          </p:cNvPr>
          <p:cNvSpPr/>
          <p:nvPr/>
        </p:nvSpPr>
        <p:spPr>
          <a:xfrm rot="21225135">
            <a:off x="2670624" y="1916824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B82677-BA69-4BB2-AF16-3474CA025785}"/>
              </a:ext>
            </a:extLst>
          </p:cNvPr>
          <p:cNvSpPr/>
          <p:nvPr/>
        </p:nvSpPr>
        <p:spPr>
          <a:xfrm rot="21225135">
            <a:off x="2670624" y="3224045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2311BBF-03C3-410F-A97E-2B4E811CCE0E}"/>
              </a:ext>
            </a:extLst>
          </p:cNvPr>
          <p:cNvGrpSpPr/>
          <p:nvPr/>
        </p:nvGrpSpPr>
        <p:grpSpPr>
          <a:xfrm>
            <a:off x="2599483" y="246745"/>
            <a:ext cx="6689371" cy="870857"/>
            <a:chOff x="2599483" y="246745"/>
            <a:chExt cx="6689371" cy="87085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B307445-A0A0-4F1C-9EC1-86F9BD584373}"/>
                </a:ext>
              </a:extLst>
            </p:cNvPr>
            <p:cNvSpPr/>
            <p:nvPr/>
          </p:nvSpPr>
          <p:spPr>
            <a:xfrm>
              <a:off x="2807841" y="246745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412C68-6920-4206-BD4F-CB8DD691D355}"/>
                </a:ext>
              </a:extLst>
            </p:cNvPr>
            <p:cNvSpPr txBox="1"/>
            <p:nvPr/>
          </p:nvSpPr>
          <p:spPr>
            <a:xfrm>
              <a:off x="3141937" y="448143"/>
              <a:ext cx="61469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Date and Time Functions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E4C2BC8-E052-44FA-8393-7D535671AA11}"/>
                </a:ext>
              </a:extLst>
            </p:cNvPr>
            <p:cNvGrpSpPr/>
            <p:nvPr/>
          </p:nvGrpSpPr>
          <p:grpSpPr>
            <a:xfrm>
              <a:off x="2599483" y="490419"/>
              <a:ext cx="379109" cy="379109"/>
              <a:chOff x="1378857" y="638777"/>
              <a:chExt cx="379109" cy="37910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E13D450-7DB5-4F28-B7D3-8E70BDF4327E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983CF2E-E048-4945-892D-6D87DD1B7563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6D3550-4944-4AD2-BF6C-94D5AC9F1DA3}"/>
              </a:ext>
            </a:extLst>
          </p:cNvPr>
          <p:cNvGrpSpPr/>
          <p:nvPr/>
        </p:nvGrpSpPr>
        <p:grpSpPr>
          <a:xfrm>
            <a:off x="2599482" y="1553966"/>
            <a:ext cx="5367567" cy="870857"/>
            <a:chOff x="2599482" y="1553966"/>
            <a:chExt cx="5367567" cy="87085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6425C06-A4B8-44A4-810A-B56A3462EB25}"/>
                </a:ext>
              </a:extLst>
            </p:cNvPr>
            <p:cNvSpPr/>
            <p:nvPr/>
          </p:nvSpPr>
          <p:spPr>
            <a:xfrm>
              <a:off x="2807841" y="1553966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05525FF-0D56-4428-B8D1-190FB4C992A7}"/>
                </a:ext>
              </a:extLst>
            </p:cNvPr>
            <p:cNvSpPr txBox="1"/>
            <p:nvPr/>
          </p:nvSpPr>
          <p:spPr>
            <a:xfrm>
              <a:off x="3048298" y="1797418"/>
              <a:ext cx="49187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Logical Functions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53C861-D222-401A-BF8F-82C32A26BF73}"/>
                </a:ext>
              </a:extLst>
            </p:cNvPr>
            <p:cNvGrpSpPr/>
            <p:nvPr/>
          </p:nvGrpSpPr>
          <p:grpSpPr>
            <a:xfrm>
              <a:off x="2599482" y="1821836"/>
              <a:ext cx="379109" cy="379109"/>
              <a:chOff x="1378857" y="638777"/>
              <a:chExt cx="379109" cy="37910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EFB9FE8-BC0B-434C-A27B-144680BC6E01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1F2C77B-8518-4A79-A66C-874FF5F621C0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E11FD8A-4470-4B96-9118-241B1182D04A}"/>
              </a:ext>
            </a:extLst>
          </p:cNvPr>
          <p:cNvGrpSpPr/>
          <p:nvPr/>
        </p:nvGrpSpPr>
        <p:grpSpPr>
          <a:xfrm>
            <a:off x="2599481" y="2861187"/>
            <a:ext cx="5277033" cy="870857"/>
            <a:chOff x="2599481" y="2861187"/>
            <a:chExt cx="5277033" cy="87085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D7EA3BD-AD0D-4D3A-A275-C5A58C2CFF19}"/>
                </a:ext>
              </a:extLst>
            </p:cNvPr>
            <p:cNvSpPr/>
            <p:nvPr/>
          </p:nvSpPr>
          <p:spPr>
            <a:xfrm>
              <a:off x="2807841" y="2861187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948ED-7B98-4A4C-AD41-DDDD912EFF94}"/>
                </a:ext>
              </a:extLst>
            </p:cNvPr>
            <p:cNvSpPr txBox="1"/>
            <p:nvPr/>
          </p:nvSpPr>
          <p:spPr>
            <a:xfrm>
              <a:off x="3071473" y="3105818"/>
              <a:ext cx="48050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Final Project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3342319-2C15-44AA-A1A6-76CC9E2B39E7}"/>
                </a:ext>
              </a:extLst>
            </p:cNvPr>
            <p:cNvGrpSpPr/>
            <p:nvPr/>
          </p:nvGrpSpPr>
          <p:grpSpPr>
            <a:xfrm>
              <a:off x="2599481" y="3108917"/>
              <a:ext cx="379109" cy="379109"/>
              <a:chOff x="1378857" y="638777"/>
              <a:chExt cx="379109" cy="37910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1F79EFC-5C20-476E-8A94-E81DD68AB1E8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8ECAA8-1678-48C3-9001-8408F8F17107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5B9B7F-27EA-437F-B409-5D78B2F833B5}"/>
              </a:ext>
            </a:extLst>
          </p:cNvPr>
          <p:cNvGrpSpPr/>
          <p:nvPr/>
        </p:nvGrpSpPr>
        <p:grpSpPr>
          <a:xfrm>
            <a:off x="192158" y="490419"/>
            <a:ext cx="1737114" cy="381308"/>
            <a:chOff x="192158" y="490419"/>
            <a:chExt cx="1737114" cy="381308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0684C4E7-C09B-424A-A98F-879A7CFE4BD1}"/>
                </a:ext>
              </a:extLst>
            </p:cNvPr>
            <p:cNvSpPr/>
            <p:nvPr/>
          </p:nvSpPr>
          <p:spPr>
            <a:xfrm>
              <a:off x="192158" y="49041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BF9B19F-6340-4AC6-8EBD-181E6DC89578}"/>
                </a:ext>
              </a:extLst>
            </p:cNvPr>
            <p:cNvGrpSpPr/>
            <p:nvPr/>
          </p:nvGrpSpPr>
          <p:grpSpPr>
            <a:xfrm>
              <a:off x="1550163" y="492618"/>
              <a:ext cx="379109" cy="379109"/>
              <a:chOff x="1378857" y="638777"/>
              <a:chExt cx="379109" cy="379109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E8E70DA-BB22-4E34-96B7-7CF4EA4A2B0A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21294DE-FCB7-4B72-ABC6-7524A53D065F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CBEB8D-E76E-4D0C-B933-149C5263EF92}"/>
                </a:ext>
              </a:extLst>
            </p:cNvPr>
            <p:cNvSpPr txBox="1"/>
            <p:nvPr/>
          </p:nvSpPr>
          <p:spPr>
            <a:xfrm>
              <a:off x="192159" y="515110"/>
              <a:ext cx="1168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6 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7105626-5531-4311-AFB8-5DDDBFCA248B}"/>
              </a:ext>
            </a:extLst>
          </p:cNvPr>
          <p:cNvGrpSpPr/>
          <p:nvPr/>
        </p:nvGrpSpPr>
        <p:grpSpPr>
          <a:xfrm>
            <a:off x="158889" y="1819755"/>
            <a:ext cx="1770383" cy="383389"/>
            <a:chOff x="158889" y="1819755"/>
            <a:chExt cx="1770383" cy="383389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7CFEBE4-A221-4745-9C61-D0B999DDD6DD}"/>
                </a:ext>
              </a:extLst>
            </p:cNvPr>
            <p:cNvSpPr/>
            <p:nvPr/>
          </p:nvSpPr>
          <p:spPr>
            <a:xfrm>
              <a:off x="158889" y="1819755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60E82F-AB13-49C7-B235-74C2BB272DA6}"/>
                </a:ext>
              </a:extLst>
            </p:cNvPr>
            <p:cNvGrpSpPr/>
            <p:nvPr/>
          </p:nvGrpSpPr>
          <p:grpSpPr>
            <a:xfrm>
              <a:off x="1550163" y="1824035"/>
              <a:ext cx="379109" cy="379109"/>
              <a:chOff x="1378857" y="638777"/>
              <a:chExt cx="379109" cy="379109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675686C-8026-496A-B579-1ED67134F07C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CBD0BAC-ED99-4AD9-9A23-9962A591C242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6CCB148-35F2-46B0-B2CC-A35164499FF0}"/>
                </a:ext>
              </a:extLst>
            </p:cNvPr>
            <p:cNvSpPr txBox="1"/>
            <p:nvPr/>
          </p:nvSpPr>
          <p:spPr>
            <a:xfrm>
              <a:off x="271605" y="1843118"/>
              <a:ext cx="1039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7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AD12723-11C2-472D-A872-AEB932E9FFF5}"/>
              </a:ext>
            </a:extLst>
          </p:cNvPr>
          <p:cNvGrpSpPr/>
          <p:nvPr/>
        </p:nvGrpSpPr>
        <p:grpSpPr>
          <a:xfrm>
            <a:off x="125620" y="3104017"/>
            <a:ext cx="1803652" cy="386208"/>
            <a:chOff x="125620" y="3104017"/>
            <a:chExt cx="1803652" cy="386208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5F6C4292-74CB-4190-A796-66A3086CB1E7}"/>
                </a:ext>
              </a:extLst>
            </p:cNvPr>
            <p:cNvSpPr/>
            <p:nvPr/>
          </p:nvSpPr>
          <p:spPr>
            <a:xfrm>
              <a:off x="125620" y="3104017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C11CEF0-1A0D-4C9D-8684-54D7973817AB}"/>
                </a:ext>
              </a:extLst>
            </p:cNvPr>
            <p:cNvGrpSpPr/>
            <p:nvPr/>
          </p:nvGrpSpPr>
          <p:grpSpPr>
            <a:xfrm>
              <a:off x="1550163" y="3111116"/>
              <a:ext cx="379109" cy="379109"/>
              <a:chOff x="1378857" y="638777"/>
              <a:chExt cx="379109" cy="379109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287E425-29CB-4E16-B671-8DBDCCFBC865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08028F9-602E-4665-890F-924DFFDB3CA4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65F9F3-22A8-4008-96CC-9499E987B149}"/>
                </a:ext>
              </a:extLst>
            </p:cNvPr>
            <p:cNvSpPr txBox="1"/>
            <p:nvPr/>
          </p:nvSpPr>
          <p:spPr>
            <a:xfrm>
              <a:off x="271605" y="3140753"/>
              <a:ext cx="9635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8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7D5DB76-66CE-498C-B1B2-BBB1938F00BA}"/>
              </a:ext>
            </a:extLst>
          </p:cNvPr>
          <p:cNvCxnSpPr>
            <a:stCxn id="29" idx="6"/>
            <a:endCxn id="33" idx="2"/>
          </p:cNvCxnSpPr>
          <p:nvPr/>
        </p:nvCxnSpPr>
        <p:spPr>
          <a:xfrm flipV="1">
            <a:off x="1929272" y="679974"/>
            <a:ext cx="670211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0BFFDE0-8E11-4E7E-87C4-1814BCB61B42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V="1">
            <a:off x="1929272" y="2011391"/>
            <a:ext cx="670210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8974AE-1266-452E-82BE-20A46982873D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 flipV="1">
            <a:off x="1929272" y="3298472"/>
            <a:ext cx="670209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57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6" grpId="0" animBg="1"/>
      <p:bldP spid="63" grpId="0" animBg="1"/>
      <p:bldP spid="5" grpId="0" animBg="1"/>
      <p:bldP spid="9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/>
          <p:cNvSpPr>
            <a:spLocks noGrp="1"/>
          </p:cNvSpPr>
          <p:nvPr>
            <p:ph type="title"/>
          </p:nvPr>
        </p:nvSpPr>
        <p:spPr>
          <a:xfrm>
            <a:off x="945917" y="152236"/>
            <a:ext cx="8229600" cy="1143000"/>
          </a:xfrm>
        </p:spPr>
        <p:txBody>
          <a:bodyPr/>
          <a:lstStyle/>
          <a:p>
            <a:pPr algn="l" rtl="0" eaLnBrk="1" hangingPunct="1"/>
            <a:r>
              <a:rPr lang="en-US" altLang="en-US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Training</a:t>
            </a:r>
            <a:endParaRPr lang="ar-EG" altLang="en-US" sz="5400" b="1" dirty="0">
              <a:solidFill>
                <a:srgbClr val="FF0000"/>
              </a:solidFill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36807" y="4467226"/>
            <a:ext cx="11097993" cy="2390775"/>
            <a:chOff x="-1117537" y="4467218"/>
            <a:chExt cx="10032091" cy="2390782"/>
          </a:xfrm>
        </p:grpSpPr>
        <p:pic>
          <p:nvPicPr>
            <p:cNvPr id="9226" name="Picture 3" descr="C:\Program Files\Microsoft Office\MEDIA\CAGCAT10\j0240695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9322" y="4467218"/>
              <a:ext cx="2985232" cy="2390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-1117537" y="5409568"/>
              <a:ext cx="5754847" cy="7078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4000" dirty="0"/>
                <a:t>Let me do it I will understand.</a:t>
              </a:r>
              <a:endParaRPr lang="ar-EG" sz="4000" dirty="0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57200" y="2500313"/>
            <a:ext cx="11277600" cy="2565400"/>
            <a:chOff x="500034" y="2500306"/>
            <a:chExt cx="8056582" cy="2565817"/>
          </a:xfrm>
        </p:grpSpPr>
        <p:sp>
          <p:nvSpPr>
            <p:cNvPr id="8" name="Rectangle 7"/>
            <p:cNvSpPr/>
            <p:nvPr/>
          </p:nvSpPr>
          <p:spPr>
            <a:xfrm>
              <a:off x="4198918" y="3009183"/>
              <a:ext cx="4357698" cy="120034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3600" dirty="0"/>
                <a:t>Show me I might remember something.</a:t>
              </a:r>
            </a:p>
          </p:txBody>
        </p:sp>
        <p:pic>
          <p:nvPicPr>
            <p:cNvPr id="9225" name="Picture 4" descr="C:\Program Files\Microsoft Office\MEDIA\CAGCAT10\j0301252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34" y="2500306"/>
              <a:ext cx="3000396" cy="2565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916269" y="719654"/>
            <a:ext cx="8818531" cy="2006600"/>
            <a:chOff x="1283388" y="743989"/>
            <a:chExt cx="7503454" cy="2007267"/>
          </a:xfrm>
        </p:grpSpPr>
        <p:sp>
          <p:nvSpPr>
            <p:cNvPr id="7" name="Rectangle 6"/>
            <p:cNvSpPr/>
            <p:nvPr/>
          </p:nvSpPr>
          <p:spPr>
            <a:xfrm>
              <a:off x="1283388" y="1352205"/>
              <a:ext cx="3258047" cy="6465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600" dirty="0"/>
                <a:t>Tell me I will forget.</a:t>
              </a:r>
            </a:p>
          </p:txBody>
        </p:sp>
        <p:pic>
          <p:nvPicPr>
            <p:cNvPr id="9223" name="Picture 5" descr="C:\Users\saidfawzy.TENDERS\AppData\Local\Microsoft\Windows\Temporary Internet Files\Content.IE5\XG5JW5O4\MPj04422270000[1]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743989"/>
              <a:ext cx="3071834" cy="2007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628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8610AD-FBD4-E108-36A5-88CBAA66AC5C}"/>
              </a:ext>
            </a:extLst>
          </p:cNvPr>
          <p:cNvSpPr/>
          <p:nvPr/>
        </p:nvSpPr>
        <p:spPr>
          <a:xfrm>
            <a:off x="440647" y="256400"/>
            <a:ext cx="766722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rgbClr val="C2BC80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How would we train?</a:t>
            </a:r>
          </a:p>
        </p:txBody>
      </p:sp>
      <p:pic>
        <p:nvPicPr>
          <p:cNvPr id="1026" name="Picture 2" descr="Demo Stock Illustrations – 5,647 Demo Stock Illustrations, Vectors &amp;  Clipart - Dreamstime">
            <a:extLst>
              <a:ext uri="{FF2B5EF4-FFF2-40B4-BE49-F238E27FC236}">
                <a16:creationId xmlns:a16="http://schemas.microsoft.com/office/drawing/2014/main" id="{F04BE3F1-CAC6-9B73-E9A9-AA1040970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47" y="2219324"/>
            <a:ext cx="2846606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610AB80-F8EE-5E5C-83E9-FA5BA4F70E62}"/>
              </a:ext>
            </a:extLst>
          </p:cNvPr>
          <p:cNvGrpSpPr/>
          <p:nvPr/>
        </p:nvGrpSpPr>
        <p:grpSpPr>
          <a:xfrm>
            <a:off x="3706875" y="1364396"/>
            <a:ext cx="2933477" cy="3776186"/>
            <a:chOff x="3706875" y="1364396"/>
            <a:chExt cx="2933477" cy="3776186"/>
          </a:xfrm>
        </p:grpSpPr>
        <p:pic>
          <p:nvPicPr>
            <p:cNvPr id="1030" name="Picture 6" descr="What is a computer program? - BBC Bitesize">
              <a:extLst>
                <a:ext uri="{FF2B5EF4-FFF2-40B4-BE49-F238E27FC236}">
                  <a16:creationId xmlns:a16="http://schemas.microsoft.com/office/drawing/2014/main" id="{E1406204-8450-172D-32EA-7C0CBF372C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3745" y="1364396"/>
              <a:ext cx="2846607" cy="2846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693FE1F-124B-931E-1843-3BC76DC5D70C}"/>
                </a:ext>
              </a:extLst>
            </p:cNvPr>
            <p:cNvSpPr/>
            <p:nvPr/>
          </p:nvSpPr>
          <p:spPr>
            <a:xfrm>
              <a:off x="3706875" y="4124919"/>
              <a:ext cx="2752228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b="1" cap="none" spc="0" dirty="0">
                  <a:ln w="0"/>
                  <a:solidFill>
                    <a:srgbClr val="0070C0"/>
                  </a:solidFill>
                  <a:effectLst>
                    <a:glow rad="63500">
                      <a:schemeClr val="accent5">
                        <a:satMod val="175000"/>
                        <a:alpha val="40000"/>
                      </a:schemeClr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Exercise</a:t>
              </a:r>
            </a:p>
          </p:txBody>
        </p:sp>
      </p:grpSp>
      <p:pic>
        <p:nvPicPr>
          <p:cNvPr id="5" name="Picture 2" descr="Super quizzes - SuperGuide">
            <a:extLst>
              <a:ext uri="{FF2B5EF4-FFF2-40B4-BE49-F238E27FC236}">
                <a16:creationId xmlns:a16="http://schemas.microsoft.com/office/drawing/2014/main" id="{9B3F1F46-89D8-2932-56A6-63268BB4C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366681"/>
            <a:ext cx="3666565" cy="206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98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8610AD-FBD4-E108-36A5-88CBAA66AC5C}"/>
              </a:ext>
            </a:extLst>
          </p:cNvPr>
          <p:cNvSpPr/>
          <p:nvPr/>
        </p:nvSpPr>
        <p:spPr>
          <a:xfrm>
            <a:off x="440647" y="256400"/>
            <a:ext cx="766722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rgbClr val="C2BC80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How would we train?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DD405-874D-AC63-6750-5A8134B9F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341" y="2297136"/>
            <a:ext cx="3924128" cy="25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1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FFA30A-25FE-20DC-54DF-A80F8176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10" y="499749"/>
            <a:ext cx="4242373" cy="2357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2A86F-782A-81AA-75B6-7C9D5C3B0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54" y="3114861"/>
            <a:ext cx="2148746" cy="2700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CD106A-5D00-E2F5-1F0C-1EAFB5419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4362" y="2878741"/>
            <a:ext cx="2736173" cy="2243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7742C5-C71E-C6A4-908F-69F83C830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538" y="2648137"/>
            <a:ext cx="215265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81075" y="3240488"/>
            <a:ext cx="2545377" cy="3143842"/>
            <a:chOff x="981075" y="3240488"/>
            <a:chExt cx="2545377" cy="3143842"/>
          </a:xfrm>
        </p:grpSpPr>
        <p:pic>
          <p:nvPicPr>
            <p:cNvPr id="2050" name="Picture 2" descr="http://www.equinoxpub.com/blog/wp-content/uploads/2014/09/Religion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075" y="3240488"/>
              <a:ext cx="2308225" cy="2220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981075" y="5461000"/>
              <a:ext cx="254537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Religion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735999" y="3359485"/>
            <a:ext cx="2352675" cy="3347042"/>
            <a:chOff x="4384096" y="3189688"/>
            <a:chExt cx="2352675" cy="3347042"/>
          </a:xfrm>
        </p:grpSpPr>
        <p:pic>
          <p:nvPicPr>
            <p:cNvPr id="2054" name="Picture 6" descr="http://www.commlawblog.com/files/2014/10/political-candidate-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096" y="3189688"/>
              <a:ext cx="235267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384096" y="5613400"/>
              <a:ext cx="191116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Policy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480425" y="3359485"/>
            <a:ext cx="3019425" cy="3024845"/>
            <a:chOff x="8480425" y="3359485"/>
            <a:chExt cx="3019425" cy="3024845"/>
          </a:xfrm>
        </p:grpSpPr>
        <p:sp>
          <p:nvSpPr>
            <p:cNvPr id="5" name="Rectangle 4"/>
            <p:cNvSpPr/>
            <p:nvPr/>
          </p:nvSpPr>
          <p:spPr>
            <a:xfrm>
              <a:off x="8772525" y="5461000"/>
              <a:ext cx="209704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Soccer</a:t>
              </a:r>
            </a:p>
          </p:txBody>
        </p:sp>
        <p:pic>
          <p:nvPicPr>
            <p:cNvPr id="2056" name="Picture 8" descr="http://www.wired.com/wp-content/uploads/images_blogs/playbook/2012/10/soccer-arsenal-v-liverpool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0425" y="3359485"/>
              <a:ext cx="3019425" cy="2007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1658627" y="494903"/>
            <a:ext cx="704596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You are Allowed to Talk </a:t>
            </a:r>
          </a:p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about anything except </a:t>
            </a:r>
          </a:p>
        </p:txBody>
      </p:sp>
    </p:spTree>
    <p:extLst>
      <p:ext uri="{BB962C8B-B14F-4D97-AF65-F5344CB8AC3E}">
        <p14:creationId xmlns:p14="http://schemas.microsoft.com/office/powerpoint/2010/main" val="258167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 descr="Thank You Messages for Lectures and Presentations">
            <a:extLst>
              <a:ext uri="{FF2B5EF4-FFF2-40B4-BE49-F238E27FC236}">
                <a16:creationId xmlns:a16="http://schemas.microsoft.com/office/drawing/2014/main" id="{ACBEEE0B-4048-7162-914E-9F50594F4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36E25A-C259-B9EC-9F47-8A013988E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496" y="409153"/>
            <a:ext cx="5249008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1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575</Words>
  <Application>Microsoft Office PowerPoint</Application>
  <PresentationFormat>Widescreen</PresentationFormat>
  <Paragraphs>221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Roboto</vt:lpstr>
      <vt:lpstr>Tw Cen MT</vt:lpstr>
      <vt:lpstr>Office Theme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Fawzy</dc:creator>
  <cp:lastModifiedBy>Said Fawzy</cp:lastModifiedBy>
  <cp:revision>33</cp:revision>
  <dcterms:created xsi:type="dcterms:W3CDTF">2023-05-21T05:44:35Z</dcterms:created>
  <dcterms:modified xsi:type="dcterms:W3CDTF">2023-11-02T11:56:23Z</dcterms:modified>
</cp:coreProperties>
</file>